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{{AUTHORS}} · {{VENUE}}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33756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{{HOOK}}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{{SECTION}}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{{BULLET_1}}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{{BULLET_2}}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{{BULLET_3}}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Method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Score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Baseline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0.00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Ours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0.00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{{LEFT_TITLE}}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{{LEFT_1}}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{{LEFT_2}}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1417320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{{RIGHT_1}}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{{RIGHT_2}}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paper-to-slides</dc:creator>
  <cp:lastModifiedBy>paper-to-slides</cp:lastModifiedBy>
  <cp:revision>1</cp:revision>
  <dcterms:created xsi:type="dcterms:W3CDTF">2026-08-31T02:39:41Z</dcterms:created>
  <dcterms:modified xsi:type="dcterms:W3CDTF">2026-08-31T02:39:41Z</dcterms:modified>
</cp:coreProperties>
</file>